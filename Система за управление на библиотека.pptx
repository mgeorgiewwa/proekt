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Система за управление на библиотека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4594577"/>
            <a:ext cx="6815669" cy="383821"/>
          </a:xfrm>
        </p:spPr>
        <p:txBody>
          <a:bodyPr>
            <a:normAutofit lnSpcReduction="10000"/>
          </a:bodyPr>
          <a:lstStyle/>
          <a:p>
            <a:pPr algn="r"/>
            <a:r>
              <a:rPr lang="bg-BG" dirty="0" smtClean="0"/>
              <a:t>Младена Георгиева 11Б клас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8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Цел на проекта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Създаване на приложение за управление на библиотека</a:t>
            </a:r>
          </a:p>
          <a:p>
            <a:r>
              <a:rPr lang="ru-RU" dirty="0"/>
              <a:t>Използване на ООП принципи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70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Използване на ООП принципи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• Наследяване</a:t>
            </a:r>
          </a:p>
          <a:p>
            <a:r>
              <a:rPr lang="ru-RU" dirty="0"/>
              <a:t>• Полиморфизъм</a:t>
            </a:r>
          </a:p>
          <a:p>
            <a:r>
              <a:rPr lang="ru-RU" dirty="0"/>
              <a:t>• Инкапсулация</a:t>
            </a:r>
          </a:p>
          <a:p>
            <a:r>
              <a:rPr lang="ru-RU" dirty="0"/>
              <a:t>• Обработка на изключения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7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Структура на класовете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(</a:t>
            </a:r>
            <a:r>
              <a:rPr lang="bg-BG" dirty="0"/>
              <a:t>абстрактен клас)</a:t>
            </a:r>
          </a:p>
          <a:p>
            <a:r>
              <a:rPr lang="en-US" dirty="0"/>
              <a:t>Student</a:t>
            </a:r>
          </a:p>
          <a:p>
            <a:r>
              <a:rPr lang="en-US" dirty="0"/>
              <a:t>Librarian</a:t>
            </a:r>
          </a:p>
          <a:p>
            <a:r>
              <a:rPr lang="en-US" dirty="0"/>
              <a:t>Library</a:t>
            </a:r>
          </a:p>
          <a:p>
            <a:r>
              <a:rPr lang="en-US" dirty="0"/>
              <a:t>Book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5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Основни функционалисти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• Добавяне на книги</a:t>
            </a:r>
          </a:p>
          <a:p>
            <a:r>
              <a:rPr lang="ru-RU" dirty="0"/>
              <a:t>• Показване на книги</a:t>
            </a:r>
          </a:p>
          <a:p>
            <a:r>
              <a:rPr lang="ru-RU" dirty="0"/>
              <a:t>• Заемане на книги</a:t>
            </a:r>
          </a:p>
          <a:p>
            <a:r>
              <a:rPr lang="ru-RU" dirty="0"/>
              <a:t>• Връщане на книги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083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Обработка на изключения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• Заемане на заета книга</a:t>
            </a:r>
          </a:p>
          <a:p>
            <a:r>
              <a:rPr lang="ru-RU" dirty="0"/>
              <a:t>• Връщане на незаета книга</a:t>
            </a:r>
          </a:p>
          <a:p>
            <a:r>
              <a:rPr lang="ru-RU" dirty="0"/>
              <a:t>Програмата не спира при грешки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207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Проектът е качен в </a:t>
            </a:r>
            <a:r>
              <a:rPr lang="en-US" dirty="0" smtClean="0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0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Демонстрация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Конзолно меню</a:t>
            </a:r>
          </a:p>
          <a:p>
            <a:r>
              <a:rPr lang="bg-BG" dirty="0" smtClean="0"/>
              <a:t>Работа на програмата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322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5317068"/>
          </a:xfrm>
        </p:spPr>
        <p:txBody>
          <a:bodyPr>
            <a:normAutofit/>
          </a:bodyPr>
          <a:lstStyle/>
          <a:p>
            <a:r>
              <a:rPr lang="bg-BG" sz="4800" dirty="0" smtClean="0"/>
              <a:t>БЛАГОДАРЯ ЗА ВНИМАНИЕТО!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492704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</TotalTime>
  <Words>101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Система за управление на библиотека</vt:lpstr>
      <vt:lpstr>Цел на проекта</vt:lpstr>
      <vt:lpstr>Използване на ООП принципи</vt:lpstr>
      <vt:lpstr>Структура на класовете</vt:lpstr>
      <vt:lpstr>Основни функционалисти</vt:lpstr>
      <vt:lpstr>Обработка на изключения</vt:lpstr>
      <vt:lpstr>GitHub</vt:lpstr>
      <vt:lpstr>Демонстрация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за управление на библиотека</dc:title>
  <dc:creator>dzi_23</dc:creator>
  <cp:lastModifiedBy>dzi_23</cp:lastModifiedBy>
  <cp:revision>2</cp:revision>
  <dcterms:created xsi:type="dcterms:W3CDTF">2026-01-12T10:39:02Z</dcterms:created>
  <dcterms:modified xsi:type="dcterms:W3CDTF">2026-01-12T10:57:04Z</dcterms:modified>
</cp:coreProperties>
</file>